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2026-10-02T09:27:06.644056Z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43025b85cd81427c1e0ed8bd21b1a9e98d8c9de7f09fc25fc0738e4e4a11538e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2026-10-02T09:27:06.644056Z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