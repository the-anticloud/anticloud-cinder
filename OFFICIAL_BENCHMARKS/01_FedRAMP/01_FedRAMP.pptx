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2026-10-02T09:27:05.216371Z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943dc5b665a74f4174c3076aba3d6ce10b75ed97b1997ce761e4e5f084e84ad4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2026-10-02T09:27:05.216371Z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